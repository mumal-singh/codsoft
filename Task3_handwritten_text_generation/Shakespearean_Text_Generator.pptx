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Scope note: the implemented system in the repository is a character-level GRU text generator (trained on Shakespeare). Project title updated to match the implementation.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09360" y="457200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09360" y="102412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309360" y="1591056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2157984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309360" y="2724912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291840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09360" y="3858768"/>
            <a:ext cx="146304" cy="146304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73952" y="603504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62672" y="-36576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73952" y="603504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662672" y="530352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73952" y="603504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662672" y="1097280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73952" y="1170432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62672" y="530352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73952" y="1170432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62672" y="1097280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73952" y="1170432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62672" y="1664208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73952" y="1737360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662672" y="1097280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73952" y="1737360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62672" y="1664208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73952" y="1737360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662672" y="2231136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73952" y="2304288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662672" y="1664208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73952" y="2304288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62672" y="2231136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73952" y="2304288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662672" y="2798064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73952" y="2871216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62672" y="2231136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73952" y="2871216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662672" y="2798064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73952" y="2871216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662672" y="3364992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73952" y="3438144"/>
            <a:ext cx="1188720" cy="-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662672" y="2798064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473952" y="3438144"/>
            <a:ext cx="1188720" cy="0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662672" y="3364992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473952" y="3438144"/>
            <a:ext cx="1188720" cy="566928"/>
          </a:xfrm>
          <a:prstGeom prst="line">
            <a:avLst/>
          </a:prstGeom>
          <a:noFill/>
          <a:ln w="6350">
            <a:solidFill>
              <a:srgbClr val="7C6BD6">
                <a:alpha val="4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662672" y="3931920"/>
            <a:ext cx="146304" cy="146304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" y="4526280"/>
            <a:ext cx="0" cy="0"/>
          </a:xfrm>
          <a:prstGeom prst="line">
            <a:avLst/>
          </a:prstGeom>
          <a:noFill/>
          <a:ln w="12700">
            <a:solidFill>
              <a:srgbClr val="0B1F3A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48640" y="41148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Segoe Script" pitchFamily="34" charset="0"/>
                <a:ea typeface="Segoe Script" pitchFamily="34" charset="-122"/>
                <a:cs typeface="Segoe Script" pitchFamily="34" charset="-120"/>
              </a:rPr>
              <a:t>Hark! Lend thy prompt to the digital bard</a:t>
            </a:r>
            <a:endParaRPr lang="en-US" sz="1400" dirty="0"/>
          </a:p>
        </p:txBody>
      </p:sp>
      <p:sp>
        <p:nvSpPr>
          <p:cNvPr id="52" name="Text 50"/>
          <p:cNvSpPr txBox="1"/>
          <p:nvPr/>
        </p:nvSpPr>
        <p:spPr>
          <a:xfrm>
            <a:off x="548640" y="10972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SHAKESPEAREAN TEXT GENERATOR</a:t>
            </a:r>
            <a:endParaRPr lang="en-US" sz="3600" dirty="0"/>
          </a:p>
        </p:txBody>
      </p:sp>
      <p:sp>
        <p:nvSpPr>
          <p:cNvPr id="53" name="Shape 51"/>
          <p:cNvSpPr/>
          <p:nvPr/>
        </p:nvSpPr>
        <p:spPr>
          <a:xfrm>
            <a:off x="548640" y="2377440"/>
            <a:ext cx="109728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548640" y="2560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Character-Level GRU Approach to Generating Shakespeare-Style Text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548640" y="333756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Made By</a:t>
            </a:r>
            <a:endParaRPr lang="en-US" sz="1100" dirty="0"/>
          </a:p>
        </p:txBody>
      </p:sp>
      <p:sp>
        <p:nvSpPr>
          <p:cNvPr id="56" name="Text 54"/>
          <p:cNvSpPr txBox="1"/>
          <p:nvPr/>
        </p:nvSpPr>
        <p:spPr>
          <a:xfrm>
            <a:off x="548640" y="361188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Mumal Singh (230249)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Riya Sirohi (230255)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Shagun Mogha (230258)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493776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generation: a model learns patterns from a corpus and writes new text in a similar style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 vs. recognition: recognition reads existing content (e.g. handwriting) into text; generation creates new sequences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models (RNN, LSTM, GRU) predict the next element and sample new text one step at a time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trains a character-level GRU on Shakespeare's works and generates new verse from a seed prompt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760720" y="118872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760720" y="1298448"/>
            <a:ext cx="54864" cy="1152144"/>
          </a:xfrm>
          <a:prstGeom prst="rect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943600" y="12801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0" y="157276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text/image  →  understood text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760720" y="2743200"/>
            <a:ext cx="2926080" cy="1371600"/>
          </a:xfrm>
          <a:prstGeom prst="roundRect">
            <a:avLst>
              <a:gd name="adj" fmla="val 5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60720" y="2852928"/>
            <a:ext cx="54864" cy="115214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0" y="312724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prompt  →  new Shakespeare-style text (this project)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54864" cy="12893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of rule-based text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481328"/>
            <a:ext cx="3657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templates and rules cannot capture the vocabulary, rhythm and structure of a writing style.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07008"/>
            <a:ext cx="54864" cy="1289304"/>
          </a:xfrm>
          <a:prstGeom prst="rect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hard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481328"/>
            <a:ext cx="3749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Style depends on context: speaker tags, line breaks, punctuation and word choice must all be learned from data.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2834640"/>
            <a:ext cx="8183880" cy="1600200"/>
          </a:xfrm>
          <a:prstGeom prst="roundRect">
            <a:avLst>
              <a:gd name="adj" fmla="val 457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294436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addressed by this implementation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91840"/>
            <a:ext cx="7680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trainable generative model that learns the character-level patterns of Shakespeare's text and produces new Shakespeare-style text from a user prompt, served through an API and a web interface.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81381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generative model that produces new text from a seed string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character-level GRU on a text corpus (Shakespeare, ~1.1M characters)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generation through a FastAPI endpoint with controllable length and temperature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Streamlit interface to enter a prompt and view generated output</a:t>
            </a:r>
            <a:endParaRPr lang="en-US" sz="15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outcomes: sequence modelling, sampling, model deployment, front-end/back-end integration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use: demonstrations of generative AI, creative drafting, synthetic text for experiments.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Existing Approaches and Proposed Solution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54864" cy="170078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approaches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481328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templates or copy-paste of existing text: deterministic, no learning, no new content.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1920240"/>
          </a:xfrm>
          <a:prstGeom prst="roundRect">
            <a:avLst>
              <a:gd name="adj" fmla="val 381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07008"/>
            <a:ext cx="54864" cy="170078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here: learned generation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481328"/>
            <a:ext cx="37490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trained GRU predicts the next character from the previous ones and samples from its output distribution, so each run can differ.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02920" y="3246120"/>
            <a:ext cx="8183880" cy="1234440"/>
          </a:xfrm>
          <a:prstGeom prst="roundRect">
            <a:avLst>
              <a:gd name="adj" fmla="val 5926"/>
            </a:avLst>
          </a:prstGeom>
          <a:solidFill>
            <a:srgbClr val="FFF7E0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3192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8A6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note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593592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generates text only, in Shakespeare's style, using a GRU model built and trained in the project. Rendering the text as handwriting is listed as future scope (the README mentions pywhatkit, but the code does not use it).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713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Solid = implemented  |  dashed = conceptual / not implemented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(Streamlit)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011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frontend.py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920240" y="1847088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148840" y="13716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14884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/generate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(FastAPI)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2148840" y="2011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566160" y="1847088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794760" y="13716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9476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 → index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(65 chars)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3794760" y="2011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vocab.json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212080" y="1847088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40680" y="13716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44068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 → Dense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5440680" y="2011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model_utils.py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858000" y="1847088"/>
            <a:ext cx="228600" cy="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086600" y="137160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086600" y="1463040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sampling loop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086600" y="20116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generate_text()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02920" y="29260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0292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text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→ shown in output box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0" y="2926080"/>
            <a:ext cx="26517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6BD6"/>
            </a:solidFill>
            <a:prstDash val="dash"/>
          </a:ln>
        </p:spPr>
      </p:sp>
      <p:sp>
        <p:nvSpPr>
          <p:cNvPr id="30" name="Text 28"/>
          <p:cNvSpPr txBox="1"/>
          <p:nvPr/>
        </p:nvSpPr>
        <p:spPr>
          <a:xfrm>
            <a:off x="3657600" y="306324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Handwriting-style rendering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(font / image)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583680" y="2926080"/>
            <a:ext cx="210312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2700">
            <a:solidFill>
              <a:srgbClr val="7C6BD6"/>
            </a:solidFill>
            <a:prstDash val="dash"/>
          </a:ln>
        </p:spPr>
      </p:sp>
      <p:sp>
        <p:nvSpPr>
          <p:cNvPr id="32" name="Text 30"/>
          <p:cNvSpPr txBox="1"/>
          <p:nvPr/>
        </p:nvSpPr>
        <p:spPr>
          <a:xfrm>
            <a:off x="6583680" y="30632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PNG export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C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(conceptual)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154680" y="3337560"/>
            <a:ext cx="502920" cy="0"/>
          </a:xfrm>
          <a:prstGeom prst="line">
            <a:avLst/>
          </a:prstGeom>
          <a:noFill/>
          <a:ln w="19050">
            <a:solidFill>
              <a:srgbClr val="7C6BD6"/>
            </a:solidFill>
            <a:prstDash val="dash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6309360" y="3337560"/>
            <a:ext cx="274320" cy="0"/>
          </a:xfrm>
          <a:prstGeom prst="line">
            <a:avLst/>
          </a:prstGeom>
          <a:noFill/>
          <a:ln w="19050">
            <a:solidFill>
              <a:srgbClr val="7C6BD6"/>
            </a:solidFill>
            <a:prstDash val="dash"/>
            <a:tailEnd type="triangle"/>
          </a:ln>
        </p:spPr>
      </p:sp>
      <p:sp>
        <p:nvSpPr>
          <p:cNvPr id="35" name="Text 33"/>
          <p:cNvSpPr txBox="1"/>
          <p:nvPr/>
        </p:nvSpPr>
        <p:spPr>
          <a:xfrm>
            <a:off x="502920" y="4023360"/>
            <a:ext cx="8183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pipeline (offline): text_generator.py reads data/shakespeare.txt, builds 100-character sequences, trains 20 epochs, saves ckpt_N.weights.h5 files that app.py loads at startup.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Technologies and Tools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713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Taken from requirements.txt and the source files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28016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 for training, API and UI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17720" y="109728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365760" cy="365760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754880" y="1280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11887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/ Keras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525780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Builds, trains and loads the GRU model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19659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0080" y="214884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114300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 arrays, character lookup (idx2char)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17720" y="196596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754880" y="2148840"/>
            <a:ext cx="365760" cy="365760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754880" y="2148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5257800" y="2057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5257800" y="2331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Serves the /generate REST endpoint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02920" y="28346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430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1430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request fields and limits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617720" y="283464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754880" y="3017520"/>
            <a:ext cx="365760" cy="365760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754880" y="30175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5257800" y="29260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5257800" y="32004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UI: prompt, sliders, output box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02920" y="37033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40080" y="3886200"/>
            <a:ext cx="365760" cy="36576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400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4300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Requests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11430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calls the API over HTTP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4617720" y="3703320"/>
            <a:ext cx="3931920" cy="731520"/>
          </a:xfrm>
          <a:prstGeom prst="roundRect">
            <a:avLst>
              <a:gd name="adj" fmla="val 10000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754880" y="3886200"/>
            <a:ext cx="365760" cy="365760"/>
          </a:xfrm>
          <a:prstGeom prst="ellipse">
            <a:avLst/>
          </a:prstGeom>
          <a:solidFill>
            <a:srgbClr val="7C6BD6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475488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46" name="Text 44"/>
          <p:cNvSpPr txBox="1"/>
          <p:nvPr/>
        </p:nvSpPr>
        <p:spPr>
          <a:xfrm>
            <a:off x="5257800" y="379476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(vocab.json)</a:t>
            </a:r>
            <a:endParaRPr lang="en-US" sz="1300" dirty="0"/>
          </a:p>
        </p:txBody>
      </p:sp>
      <p:sp>
        <p:nvSpPr>
          <p:cNvPr id="47" name="Text 45"/>
          <p:cNvSpPr txBox="1"/>
          <p:nvPr/>
        </p:nvSpPr>
        <p:spPr>
          <a:xfrm>
            <a:off x="5257800" y="40690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the 65-character vocabulary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Methodology and Working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2801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1307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17647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enters a seed (e.g. "ROMEO:"), length and temperature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29000" y="12801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42900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886200" y="1307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3429000" y="17647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checks limits and that every character is in the vocabulary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8076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17920" y="12801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217920" y="12801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675120" y="13075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17920" y="17647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Characters map to integer IDs using vocab.json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28803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109728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640080" y="3364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→ GRU → Dense gives scores for the next character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429000" y="28803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342900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388620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3429000" y="3364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÷ temperature, then random categorical sampling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80760" y="27432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217920" y="2880360"/>
            <a:ext cx="347472" cy="347472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217920" y="28803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6675120" y="290779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400" dirty="0"/>
          </a:p>
        </p:txBody>
      </p:sp>
      <p:sp>
        <p:nvSpPr>
          <p:cNvPr id="36" name="Text 34"/>
          <p:cNvSpPr txBox="1"/>
          <p:nvPr/>
        </p:nvSpPr>
        <p:spPr>
          <a:xfrm>
            <a:off x="6217920" y="3364992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Sampled character is fed back; text returned and displayed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Temperature: lower = safer, repetitive text; higher = more varied but more errors.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Algorithm / Model Used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713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Character-level recurrent neural network (GRU), from model_utils.py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02920" y="1097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02920" y="1097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 → 256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508760" y="2011680"/>
            <a:ext cx="0" cy="2286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02920" y="2240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" y="2240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units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stateful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508760" y="3154680"/>
            <a:ext cx="0" cy="228600"/>
          </a:xfrm>
          <a:prstGeom prst="line">
            <a:avLst/>
          </a:prstGeom>
          <a:noFill/>
          <a:ln w="25400">
            <a:solidFill>
              <a:srgbClr val="14B8A6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502920" y="3383280"/>
            <a:ext cx="2011680" cy="914400"/>
          </a:xfrm>
          <a:prstGeom prst="roundRect">
            <a:avLst>
              <a:gd name="adj" fmla="val 8000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02920" y="338328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1024 → 65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2834640" y="1097280"/>
            <a:ext cx="58521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data/shakespeare.txt, 1,115,393 chars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 length 100, batch 64, buffer 10,000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 Adam; loss: sparse categorical cross-entropy (logits)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epochs; weights saved every epoch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~4.02M trainable parameters (computed from layer sizes)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834640" y="2743200"/>
            <a:ext cx="5852160" cy="1783080"/>
          </a:xfrm>
          <a:prstGeom prst="roundRect">
            <a:avLst>
              <a:gd name="adj" fmla="val 4103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017520" y="2852928"/>
            <a:ext cx="54864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ids = encode(seed); reset GRU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 num_generate times: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logits = model(ids)[-1] / temperature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next   = sample_categorical(logits)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ids    = [next]        # state carries context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text  += idx2char[next]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Implementation and Code Overview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1521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text_generator.py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38988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data, 100-char sequences, train 20 epochs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02920" y="1755648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81051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create_vocab.py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204825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vocab.json (65 chars)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14016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46888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model_utils.py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270662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build_model, generate_text, load_vocab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072384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312724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336499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FastAPI: loads weights, POST /generate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3730752"/>
            <a:ext cx="4023360" cy="548640"/>
          </a:xfrm>
          <a:prstGeom prst="roundRect">
            <a:avLst>
              <a:gd name="adj" fmla="val 13333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0080" y="378561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frontend.py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4023360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UI calling the API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109728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37760" y="123444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model_utils.py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Embedding(vocab_size, 256)(inputs)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GRU(1024, return_sequences=True,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stateful=True)(x)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outputs = Dense(vocab_size)(x)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sampling step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predictions = predictions / temperature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predicted_id = tf.random.categorical(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predictions, num_samples=1)[-1,0]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443484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Flow: frontend.py → POST /generate → app.py → generate_text() → JSON → output box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Results and Output Demonstration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463040" y="713232"/>
            <a:ext cx="7223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by running ckpt_20.weights.h5 with the repo architecture (no screenshots exist in the repo)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"ROMEO:"  |  temperature 0.5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BF5E6"/>
          </a:solidFill>
          <a:ln w="12700">
            <a:solidFill>
              <a:srgbClr val="5C4B3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14630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Why, then the maid is virtuous deep designs.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LADY ANNE: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say you to me? this do I beg of comfort,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yet to come to me against the seal of heaven,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3749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2648" y="38130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speaker tags, line breaks and mostly real words; meaning is loose.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10972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"ROMEO:"  |  temperature 1.0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663440" y="1371600"/>
            <a:ext cx="4023360" cy="2286000"/>
          </a:xfrm>
          <a:prstGeom prst="roundRect">
            <a:avLst>
              <a:gd name="adj" fmla="val 3200"/>
            </a:avLst>
          </a:prstGeom>
          <a:solidFill>
            <a:srgbClr val="FBF5E6"/>
          </a:solidFill>
          <a:ln w="12700">
            <a:solidFill>
              <a:srgbClr val="5C4B3C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800600" y="1463040"/>
            <a:ext cx="37490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Were the queen's absense to us or the boy;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for his trunk which will I beseech you.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GREMIO: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3333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monstrousl be so far great George?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663440" y="3749040"/>
            <a:ext cx="4023360" cy="685800"/>
          </a:xfrm>
          <a:prstGeom prst="roundRect">
            <a:avLst>
              <a:gd name="adj" fmla="val 10667"/>
            </a:avLst>
          </a:prstGeom>
          <a:solidFill>
            <a:srgbClr val="F4F7FB"/>
          </a:solidFill>
          <a:ln w="12700">
            <a:solidFill>
              <a:srgbClr val="7C6B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73168" y="3813048"/>
            <a:ext cx="3794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varied vocabulary, but invented words ("absense", "monstrousl").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Applications and Use Cases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in this project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1463040"/>
            <a:ext cx="39319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Prompt-driven text generation demo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+ web UI for interactive experiments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study of sequence models and sampling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10972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6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future applications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46304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Handwriting-style rendering of generated text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and personalised learning material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handwriting data for research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for handwriting-related ML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and creative content tools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411480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items require a handwriting rendering or stroke-generation stage that the repository does not contain.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 and Future Scope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02920" y="1097280"/>
            <a:ext cx="3931920" cy="3337560"/>
          </a:xfrm>
          <a:prstGeom prst="roundRect">
            <a:avLst>
              <a:gd name="adj" fmla="val 2192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207008"/>
            <a:ext cx="54864" cy="311810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1188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1481328"/>
            <a:ext cx="365760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handwriting image output; text only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Vocabulary fixed to 65 characters; other characters rejected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Output imitates Shakespeare style only, depends on training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Char-level model gives invented words and weak long-range meaning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evaluation metrics (loss, perplexity) recorded in the repo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Backend URL is hard-coded to localhost; README run steps do not match the code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097280"/>
            <a:ext cx="4023360" cy="3337560"/>
          </a:xfrm>
          <a:prstGeom prst="roundRect">
            <a:avLst>
              <a:gd name="adj" fmla="val 2192"/>
            </a:avLst>
          </a:prstGeom>
          <a:solidFill>
            <a:srgbClr val="F4F7FB"/>
          </a:solidFill>
          <a:ln w="12700">
            <a:solidFill>
              <a:srgbClr val="DCE3E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07008"/>
            <a:ext cx="54864" cy="3118104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1887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1481328"/>
            <a:ext cx="374904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Add a handwriting stage: handwriting fonts, or stroke models trained on IAM-style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Per-writer style control and ink/page variation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Larger models (LSTM/Transformer) and more data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Log training loss; add evaluation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Multilingual and extended character coverage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Export to PNG/PDF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56032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and 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786384"/>
            <a:ext cx="822960" cy="457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4828032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Shakespearean Text Generator  |  CODSOFT Task 3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8229600" y="4828032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1051560"/>
            <a:ext cx="47548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character-level GRU generator trained on ~1.1M characters, served by FastAPI and Streamlit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sequence modelling, temperature sampling, model checkpointing and API integration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Handwriting-style rendering remains the natural next step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743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3017520"/>
            <a:ext cx="5120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 github.com/Mumal-Singh/CODSOFT/tree/main/Task3_handwritten_text_generation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 et al., "Learning Phrase Representations using RNN Encoder-Decoder", 2014 (GRU)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Karpathy, "The Unreasonable Effectiveness of Recurrent Neural Networks", 2015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tutorial: Text generation with an RNN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097280"/>
            <a:ext cx="2834640" cy="3291840"/>
          </a:xfrm>
          <a:prstGeom prst="roundRect">
            <a:avLst>
              <a:gd name="adj" fmla="val 2581"/>
            </a:avLst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852160" y="18288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000" dirty="0"/>
          </a:p>
        </p:txBody>
      </p:sp>
      <p:sp>
        <p:nvSpPr>
          <p:cNvPr id="12" name="Text 10"/>
          <p:cNvSpPr txBox="1"/>
          <p:nvPr/>
        </p:nvSpPr>
        <p:spPr>
          <a:xfrm>
            <a:off x="585216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5EEA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are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ademic AI">
  <a:themeElements>
    <a:clrScheme name="Academic AI">
      <a:dk1>
        <a:srgbClr val="2D3748"/>
      </a:dk1>
      <a:lt1>
        <a:srgbClr val="FFFFFF"/>
      </a:lt1>
      <a:dk2>
        <a:srgbClr val="0B1F3A"/>
      </a:dk2>
      <a:lt2>
        <a:srgbClr val="F4F7FB"/>
      </a:lt2>
      <a:accent1>
        <a:srgbClr val="14B8A6"/>
      </a:accent1>
      <a:accent2>
        <a:srgbClr val="7C6BD6"/>
      </a:accent2>
      <a:accent3>
        <a:srgbClr val="1E3A5F"/>
      </a:accent3>
      <a:accent4>
        <a:srgbClr val="64748B"/>
      </a:accent4>
      <a:accent5>
        <a:srgbClr val="0EA5A4"/>
      </a:accent5>
      <a:accent6>
        <a:srgbClr val="A78BFA"/>
      </a:accent6>
      <a:hlink>
        <a:srgbClr val="14B8A6"/>
      </a:hlink>
      <a:folHlink>
        <a:srgbClr val="7C6BD6"/>
      </a:folHlink>
    </a:clrScheme>
    <a:fontScheme name="Academic AI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Shakespearean Text Generator</dc:title>
  <dc:subject>PptxGenJS Presentation</dc:subject>
  <dc:creator>Mumal Singh, Riya Sirohi, Shagun Mogha</dc:creator>
  <cp:lastModifiedBy>Mumal Singh, Riya Sirohi, Shagun Mogha</cp:lastModifiedBy>
  <cp:revision>1</cp:revision>
  <dcterms:created xsi:type="dcterms:W3CDTF">2026-10-22T07:05:01Z</dcterms:created>
  <dcterms:modified xsi:type="dcterms:W3CDTF">2026-10-22T07:05:01Z</dcterms:modified>
</cp:coreProperties>
</file>